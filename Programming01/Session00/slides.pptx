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uv</a:t>
            </a:r>
            <a:r>
              <a:rPr/>
              <a:t> is a single program, written in Rust by Astral (the people behind </a:t>
            </a:r>
            <a:r>
              <a:rPr>
                <a:latin typeface="Courier"/>
              </a:rPr>
              <a:t>ruff</a:t>
            </a:r>
            <a:r>
              <a:rPr/>
              <a:t>), first released in 2024. It does the jobs of five separate tools with one command and one mental model. Important reassurance: the commands are the ones they already learned. </a:t>
            </a:r>
            <a:r>
              <a:rPr>
                <a:latin typeface="Courier"/>
              </a:rPr>
              <a:t>uv pip install pandas</a:t>
            </a:r>
            <a:r>
              <a:rPr/>
              <a:t> does what </a:t>
            </a:r>
            <a:r>
              <a:rPr>
                <a:latin typeface="Courier"/>
              </a:rPr>
              <a:t>pip install pandas</a:t>
            </a:r>
            <a:r>
              <a:rPr/>
              <a:t>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0</a:t>
            </a:r>
            <a:br/>
            <a:r>
              <a:rPr/>
              <a:t>Libraries, Environments, and uv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Digital Health, Mastère Spécialisé · 2026</a:t>
            </a:r>
            <a:br/>
            <a:br/>
            <a:r>
              <a:rPr/>
              <a:t>Paul Dubois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1, Primer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1. Libraries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Reusing code</a:t>
            </a:r>
          </a:p>
        </p:txBody>
      </p:sp>
      <p:pic>
        <p:nvPicPr>
          <p:cNvPr descr="img/library_val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Standard libraries</a:t>
            </a:r>
          </a:p>
          <a:p>
            <a:pPr lvl="1"/>
            <a:r>
              <a:rPr>
                <a:latin typeface="Courier"/>
              </a:rPr>
              <a:t>tkinter</a:t>
            </a:r>
            <a:r>
              <a:rPr/>
              <a:t> (basic GUI)</a:t>
            </a:r>
          </a:p>
          <a:p>
            <a:pPr lvl="1"/>
            <a:r>
              <a:rPr>
                <a:latin typeface="Courier"/>
              </a:rPr>
              <a:t>re</a:t>
            </a:r>
            <a:r>
              <a:rPr/>
              <a:t> (regular expressions)</a:t>
            </a:r>
          </a:p>
          <a:p>
            <a:pPr lvl="1"/>
            <a:r>
              <a:rPr>
                <a:latin typeface="Courier"/>
              </a:rPr>
              <a:t>json</a:t>
            </a:r>
            <a:r>
              <a:rPr/>
              <a:t> (reading json files)</a:t>
            </a:r>
          </a:p>
          <a:p>
            <a:pPr lvl="0"/>
            <a:r>
              <a:rPr/>
              <a:t>Installed libraries:</a:t>
            </a:r>
          </a:p>
          <a:p>
            <a:pPr lvl="1"/>
            <a:r>
              <a:rPr>
                <a:latin typeface="Courier"/>
              </a:rPr>
              <a:t>numpy</a:t>
            </a:r>
            <a:r>
              <a:rPr/>
              <a:t> (arrays)</a:t>
            </a:r>
          </a:p>
          <a:p>
            <a:pPr lvl="1"/>
            <a:r>
              <a:rPr>
                <a:latin typeface="Courier"/>
              </a:rPr>
              <a:t>matplotlib</a:t>
            </a:r>
            <a:r>
              <a:rPr/>
              <a:t>/</a:t>
            </a:r>
            <a:r>
              <a:rPr>
                <a:latin typeface="Courier"/>
              </a:rPr>
              <a:t>seaborn</a:t>
            </a:r>
            <a:r>
              <a:rPr/>
              <a:t> (plots)</a:t>
            </a:r>
          </a:p>
          <a:p>
            <a:pPr lvl="1"/>
            <a:r>
              <a:rPr>
                <a:latin typeface="Courier"/>
              </a:rPr>
              <a:t>pandas</a:t>
            </a:r>
            <a:r>
              <a:rPr/>
              <a:t> (data)</a:t>
            </a:r>
          </a:p>
          <a:p>
            <a:pPr lvl="1"/>
            <a:r>
              <a:rPr>
                <a:latin typeface="Courier"/>
              </a:rPr>
              <a:t>scikit-learn</a:t>
            </a:r>
            <a:r>
              <a:rPr/>
              <a:t> (machine learning)</a:t>
            </a:r>
          </a:p>
          <a:p>
            <a:pPr lvl="1"/>
            <a:r>
              <a:rPr>
                <a:latin typeface="Courier"/>
              </a:rPr>
              <a:t>pytorch</a:t>
            </a:r>
            <a:r>
              <a:rPr/>
              <a:t> (neurale networks)</a:t>
            </a:r>
          </a:p>
          <a:p>
            <a:pPr lvl="1"/>
            <a:r>
              <a:rPr>
                <a:latin typeface="Courier"/>
              </a:rPr>
              <a:t>pydicom</a:t>
            </a:r>
            <a:r>
              <a:rPr/>
              <a:t>, </a:t>
            </a:r>
            <a:r>
              <a:rPr>
                <a:latin typeface="Courier"/>
              </a:rPr>
              <a:t>nibabel</a:t>
            </a:r>
            <a:r>
              <a:rPr/>
              <a:t> (DICOM/NifTi images)</a:t>
            </a:r>
            <a:br/>
          </a:p>
          <a:p>
            <a:pPr lvl="0"/>
            <a:r>
              <a:rPr/>
              <a:t>Your own files</a:t>
            </a:r>
          </a:p>
          <a:p>
            <a:pPr lvl="1"/>
            <a:r>
              <a:rPr/>
              <a:t>e.g.: a neural network architecture you want to reuse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2. Versions, and why environments exist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Libraries move</a:t>
            </a:r>
          </a:p>
        </p:txBody>
      </p:sp>
      <p:pic>
        <p:nvPicPr>
          <p:cNvPr descr="img/vers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Projects versions clash</a:t>
            </a:r>
          </a:p>
        </p:txBody>
      </p:sp>
      <p:pic>
        <p:nvPicPr>
          <p:cNvPr descr="img/confli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Virtual environment is a folder</a:t>
            </a:r>
          </a:p>
        </p:txBody>
      </p:sp>
      <p:pic>
        <p:nvPicPr>
          <p:cNvPr descr="img/venv_ana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Making a virtual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venv .venv          </a:t>
            </a:r>
            <a:r>
              <a:rPr i="1">
                <a:solidFill>
                  <a:srgbClr val="60A0B0"/>
                </a:solidFill>
                <a:latin typeface="Courier"/>
              </a:rPr>
              <a:t># create 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 .venv/bin/activate      </a:t>
            </a:r>
            <a:r>
              <a:rPr i="1">
                <a:solidFill>
                  <a:srgbClr val="60A0B0"/>
                </a:solidFill>
                <a:latin typeface="Courier"/>
              </a:rPr>
              <a:t># Windows: .venv\Scripts\activate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which</a:t>
            </a:r>
            <a:r>
              <a:rPr>
                <a:latin typeface="Courier"/>
              </a:rPr>
              <a:t> python3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my-project/.venv/bin/python3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pip install pandas  </a:t>
            </a:r>
            <a:r>
              <a:rPr i="1">
                <a:solidFill>
                  <a:srgbClr val="60A0B0"/>
                </a:solidFill>
                <a:latin typeface="Courier"/>
              </a:rPr>
              <a:t># into .venv, not into the system</a:t>
            </a:r>
            <a:br/>
            <a:br/>
            <a:r>
              <a:rPr>
                <a:latin typeface="Courier"/>
              </a:rPr>
              <a:t>deactivate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pip</a:t>
            </a:r>
          </a:p>
        </p:txBody>
      </p:sp>
      <p:pic>
        <p:nvPicPr>
          <p:cNvPr descr="img/pip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Freezing an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pip freeze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requirements.txt    </a:t>
            </a:r>
            <a:r>
              <a:rPr i="1">
                <a:solidFill>
                  <a:srgbClr val="60A0B0"/>
                </a:solidFill>
                <a:latin typeface="Courier"/>
              </a:rPr>
              <a:t># pandas==2.2.3, numpy==2.1.3, ...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on another machine, in a fresh environment: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3. uv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is uv?</a:t>
            </a:r>
          </a:p>
        </p:txBody>
      </p:sp>
      <p:pic>
        <p:nvPicPr>
          <p:cNvPr descr="img/uv_tool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Speed</a:t>
            </a:r>
          </a:p>
        </p:txBody>
      </p:sp>
      <p:pic>
        <p:nvPicPr>
          <p:cNvPr descr="img/uv_w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uv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>
                <a:latin typeface="Courier"/>
              </a:rPr>
              <a:t>curl </a:t>
            </a:r>
            <a:r>
              <a:rPr>
                <a:solidFill>
                  <a:srgbClr val="7D9029"/>
                </a:solidFill>
                <a:latin typeface="Courier"/>
              </a:rPr>
              <a:t>-LsSf</a:t>
            </a:r>
            <a:r>
              <a:rPr>
                <a:latin typeface="Courier"/>
              </a:rPr>
              <a:t> https://astral.sh/uv/install.sh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sh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no Python required</a:t>
            </a:r>
            <a:br/>
            <a:br/>
            <a:r>
              <a:rPr>
                <a:latin typeface="Courier"/>
              </a:rPr>
              <a:t>uv venv</a:t>
            </a:r>
            <a:br/>
            <a:r>
              <a:rPr>
                <a:latin typeface="Courier"/>
              </a:rPr>
              <a:t>uv pip install pandas</a:t>
            </a:r>
            <a:br/>
            <a:br/>
            <a:r>
              <a:rPr>
                <a:latin typeface="Courier"/>
              </a:rPr>
              <a:t>uv add pandas </a:t>
            </a:r>
            <a:r>
              <a:rPr i="1">
                <a:solidFill>
                  <a:srgbClr val="60A0B0"/>
                </a:solidFill>
                <a:latin typeface="Courier"/>
              </a:rPr>
              <a:t># adds library to lock file</a:t>
            </a:r>
            <a:br/>
            <a:r>
              <a:rPr>
                <a:latin typeface="Courier"/>
              </a:rPr>
              <a:t>uv sync </a:t>
            </a:r>
            <a:r>
              <a:rPr i="1">
                <a:solidFill>
                  <a:srgbClr val="60A0B0"/>
                </a:solidFill>
                <a:latin typeface="Courier"/>
              </a:rPr>
              <a:t># install dependencies in the lock file</a:t>
            </a:r>
            <a:br/>
            <a:r>
              <a:rPr>
                <a:latin typeface="Courier"/>
              </a:rPr>
              <a:t>uv run analysis.py </a:t>
            </a:r>
            <a:r>
              <a:rPr i="1">
                <a:solidFill>
                  <a:srgbClr val="60A0B0"/>
                </a:solidFill>
                <a:latin typeface="Courier"/>
              </a:rPr>
              <a:t># uses uv venv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 Libraries, Environments, and uv</dc:title>
  <dc:creator>Paul Dubois</dc:creator>
  <cp:keywords/>
  <dcterms:created xsi:type="dcterms:W3CDTF">2026-10-11T17:11:19Z</dcterms:created>
  <dcterms:modified xsi:type="dcterms:W3CDTF">2026-10-11T17:11:19Z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1, Primer</vt:lpwstr>
  </property>
  <property fmtid="{D5CDD505-2E9C-101B-9397-08002B2CF9AE}" pid="3" name="subtitle">
    <vt:lpwstr>Digital Health, Mastère Spécialisé · 2026</vt:lpwstr>
  </property>
</Properties>
</file>